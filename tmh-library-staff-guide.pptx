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 Jeff" userId="0a46597b9f475869" providerId="LiveId" clId="{4A0BC34D-C88C-4913-8318-91465665EB42}"/>
    <pc:docChg chg="delSld modSld">
      <pc:chgData name="Cheng Jeff" userId="0a46597b9f475869" providerId="LiveId" clId="{4A0BC34D-C88C-4913-8318-91465665EB42}" dt="2026-09-16T05:01:59.009" v="320" actId="20577"/>
      <pc:docMkLst>
        <pc:docMk/>
      </pc:docMkLst>
      <pc:sldChg chg="modSp mod">
        <pc:chgData name="Cheng Jeff" userId="0a46597b9f475869" providerId="LiveId" clId="{4A0BC34D-C88C-4913-8318-91465665EB42}" dt="2026-09-16T04:53:41.358" v="206" actId="20577"/>
        <pc:sldMkLst>
          <pc:docMk/>
          <pc:sldMk cId="0" sldId="257"/>
        </pc:sldMkLst>
        <pc:spChg chg="mod">
          <ac:chgData name="Cheng Jeff" userId="0a46597b9f475869" providerId="LiveId" clId="{4A0BC34D-C88C-4913-8318-91465665EB42}" dt="2026-09-16T04:51:21.251" v="136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Cheng Jeff" userId="0a46597b9f475869" providerId="LiveId" clId="{4A0BC34D-C88C-4913-8318-91465665EB42}" dt="2026-09-16T04:51:45.747" v="148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heng Jeff" userId="0a46597b9f475869" providerId="LiveId" clId="{4A0BC34D-C88C-4913-8318-91465665EB42}" dt="2026-09-16T04:53:41.358" v="206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Cheng Jeff" userId="0a46597b9f475869" providerId="LiveId" clId="{4A0BC34D-C88C-4913-8318-91465665EB42}" dt="2026-09-16T04:49:41.442" v="46" actId="20577"/>
        <pc:sldMkLst>
          <pc:docMk/>
          <pc:sldMk cId="0" sldId="258"/>
        </pc:sldMkLst>
        <pc:spChg chg="mod">
          <ac:chgData name="Cheng Jeff" userId="0a46597b9f475869" providerId="LiveId" clId="{4A0BC34D-C88C-4913-8318-91465665EB42}" dt="2026-09-16T04:48:09.059" v="11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eng Jeff" userId="0a46597b9f475869" providerId="LiveId" clId="{4A0BC34D-C88C-4913-8318-91465665EB42}" dt="2026-09-16T04:48:45.416" v="30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eng Jeff" userId="0a46597b9f475869" providerId="LiveId" clId="{4A0BC34D-C88C-4913-8318-91465665EB42}" dt="2026-09-16T04:49:01.813" v="33" actId="2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heng Jeff" userId="0a46597b9f475869" providerId="LiveId" clId="{4A0BC34D-C88C-4913-8318-91465665EB42}" dt="2026-09-16T04:49:41.442" v="46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heng Jeff" userId="0a46597b9f475869" providerId="LiveId" clId="{4A0BC34D-C88C-4913-8318-91465665EB42}" dt="2026-09-16T04:49:06.118" v="34" actId="2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heng Jeff" userId="0a46597b9f475869" providerId="LiveId" clId="{4A0BC34D-C88C-4913-8318-91465665EB42}" dt="2026-09-16T04:49:27.173" v="39" actId="22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Cheng Jeff" userId="0a46597b9f475869" providerId="LiveId" clId="{4A0BC34D-C88C-4913-8318-91465665EB42}" dt="2026-09-16T04:55:20.428" v="222" actId="20577"/>
        <pc:sldMkLst>
          <pc:docMk/>
          <pc:sldMk cId="0" sldId="260"/>
        </pc:sldMkLst>
        <pc:spChg chg="mod">
          <ac:chgData name="Cheng Jeff" userId="0a46597b9f475869" providerId="LiveId" clId="{4A0BC34D-C88C-4913-8318-91465665EB42}" dt="2026-09-16T04:55:20.428" v="222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Cheng Jeff" userId="0a46597b9f475869" providerId="LiveId" clId="{4A0BC34D-C88C-4913-8318-91465665EB42}" dt="2026-09-16T04:55:56.028" v="227" actId="20577"/>
        <pc:sldMkLst>
          <pc:docMk/>
          <pc:sldMk cId="0" sldId="261"/>
        </pc:sldMkLst>
        <pc:spChg chg="mod">
          <ac:chgData name="Cheng Jeff" userId="0a46597b9f475869" providerId="LiveId" clId="{4A0BC34D-C88C-4913-8318-91465665EB42}" dt="2026-09-16T04:55:56.028" v="227" actId="20577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Cheng Jeff" userId="0a46597b9f475869" providerId="LiveId" clId="{4A0BC34D-C88C-4913-8318-91465665EB42}" dt="2026-09-16T04:57:22.286" v="256" actId="20577"/>
        <pc:sldMkLst>
          <pc:docMk/>
          <pc:sldMk cId="0" sldId="263"/>
        </pc:sldMkLst>
        <pc:spChg chg="mod">
          <ac:chgData name="Cheng Jeff" userId="0a46597b9f475869" providerId="LiveId" clId="{4A0BC34D-C88C-4913-8318-91465665EB42}" dt="2026-09-16T04:57:22.286" v="256" actId="20577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Cheng Jeff" userId="0a46597b9f475869" providerId="LiveId" clId="{4A0BC34D-C88C-4913-8318-91465665EB42}" dt="2026-09-16T04:59:08.051" v="296" actId="20577"/>
        <pc:sldMkLst>
          <pc:docMk/>
          <pc:sldMk cId="0" sldId="267"/>
        </pc:sldMkLst>
        <pc:spChg chg="mod">
          <ac:chgData name="Cheng Jeff" userId="0a46597b9f475869" providerId="LiveId" clId="{4A0BC34D-C88C-4913-8318-91465665EB42}" dt="2026-09-16T04:59:08.051" v="296" actId="20577"/>
          <ac:spMkLst>
            <pc:docMk/>
            <pc:sldMk cId="0" sldId="267"/>
            <ac:spMk id="15" creationId="{00000000-0000-0000-0000-000000000000}"/>
          </ac:spMkLst>
        </pc:spChg>
      </pc:sldChg>
      <pc:sldChg chg="del">
        <pc:chgData name="Cheng Jeff" userId="0a46597b9f475869" providerId="LiveId" clId="{4A0BC34D-C88C-4913-8318-91465665EB42}" dt="2026-09-16T05:00:32.400" v="297" actId="2696"/>
        <pc:sldMkLst>
          <pc:docMk/>
          <pc:sldMk cId="0" sldId="270"/>
        </pc:sldMkLst>
      </pc:sldChg>
      <pc:sldChg chg="modSp mod">
        <pc:chgData name="Cheng Jeff" userId="0a46597b9f475869" providerId="LiveId" clId="{4A0BC34D-C88C-4913-8318-91465665EB42}" dt="2026-09-16T05:01:59.009" v="320" actId="20577"/>
        <pc:sldMkLst>
          <pc:docMk/>
          <pc:sldMk cId="0" sldId="271"/>
        </pc:sldMkLst>
        <pc:spChg chg="mod">
          <ac:chgData name="Cheng Jeff" userId="0a46597b9f475869" providerId="LiveId" clId="{4A0BC34D-C88C-4913-8318-91465665EB42}" dt="2026-09-16T05:00:41.110" v="305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Cheng Jeff" userId="0a46597b9f475869" providerId="LiveId" clId="{4A0BC34D-C88C-4913-8318-91465665EB42}" dt="2026-09-16T05:00:54.232" v="306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Cheng Jeff" userId="0a46597b9f475869" providerId="LiveId" clId="{4A0BC34D-C88C-4913-8318-91465665EB42}" dt="2026-09-16T05:01:44.110" v="315" actId="20577"/>
          <ac:spMkLst>
            <pc:docMk/>
            <pc:sldMk cId="0" sldId="271"/>
            <ac:spMk id="9" creationId="{00000000-0000-0000-0000-000000000000}"/>
          </ac:spMkLst>
        </pc:spChg>
        <pc:spChg chg="mod">
          <ac:chgData name="Cheng Jeff" userId="0a46597b9f475869" providerId="LiveId" clId="{4A0BC34D-C88C-4913-8318-91465665EB42}" dt="2026-09-16T05:01:39.489" v="314" actId="2057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Cheng Jeff" userId="0a46597b9f475869" providerId="LiveId" clId="{4A0BC34D-C88C-4913-8318-91465665EB42}" dt="2026-09-16T05:01:59.009" v="320" actId="20577"/>
          <ac:spMkLst>
            <pc:docMk/>
            <pc:sldMk cId="0" sldId="271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B2AF0-64EB-3149-8567-65A5FF16B671}" type="datetimeFigureOut">
              <a:rPr lang="en-US" altLang="zh-TW" smtClean="0"/>
              <a:t>2026/9/16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F3051-0D6B-EE47-8CAD-780A8138F4D5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51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台南市立醫院圖書館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用中文問，找到有出處的文獻，直接開全文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全院同仁介紹與操作教學　三分鐘上手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醫師、護理、藥師、醫技、行政同仁皆適用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圖書館主任　鄭傑夫 醫師　2026 年 9 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411480"/>
            <a:ext cx="2743200" cy="4021727"/>
          </a:xfrm>
          <a:prstGeom prst="roundRect">
            <a:avLst>
              <a:gd name="adj" fmla="val 3333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/home/claude/deck2/img/v25_la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"/>
            <a:ext cx="2651760" cy="39302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它能幫你做什麼？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使用中文自然語言在 PubMed 資料庫搜尋並可院外直連圖書館電子資源全文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190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用中文提問，甚至貼一段情境也可以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「82 歲女性髖部骨折術後第二天譫妄，有沒有非藥物的預防做法？」這樣問就可以。AI 會歸納成 PICO，轉成 PubMed 檢索式，檢索式完整可見、可修改。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356616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7190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真實文獻，AI 整理每句有出處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每一筆都附 PMID／DOI。AI 重點整理分成共識、分歧與限制、對這個問題的意涵三段，每句標注 [編號]，可逐句核對。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640080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190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一鍵開圖書館全文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頁面內建館藏清單（7,047 種期刊），可直接開啟電子資源全文；免費 PMC 版本也會標出。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使用前準備（每個人只做一次，約三分鐘）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用瀏覽器掃 QR Code 或開網址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1790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Safari、Chrome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</a:t>
            </a: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都可以。掃描後會自動在瀏覽器開啟；請不要在 Claude 手機 App 裡開。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40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登入 Claude 帳號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38658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開網址時會要求登入；沒有帳號可順手註冊，免費方案即可使用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26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</a:t>
            </a:r>
            <a:r>
              <a:rPr lang="en-US" altLang="zh-TW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按「啟用圖書館連線」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25526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</a:t>
            </a: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按一次，登入圖書館遠端系統（帳號：員工證卡號；密碼：@＋身分證前七碼）。換手機、電腦或瀏覽器時再按一次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7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</a:t>
            </a:r>
            <a:r>
              <a:rPr lang="en-US" altLang="zh-TW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第一次查詢時按「Continue」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1239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會跳出視窗問要不要連接 PubMed 連接器，按「Continue」即可，不需要帳號密碼。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89320" y="1143000"/>
            <a:ext cx="2317805" cy="2834640"/>
          </a:xfrm>
          <a:prstGeom prst="roundRect">
            <a:avLst>
              <a:gd name="adj" fmla="val 394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/home/claude/deck2/img/v25_er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188720"/>
            <a:ext cx="2226365" cy="2743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3504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圖書館遠端系統的登入頁：帳密只在這裡輸入，本頁不經手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 Claude 帳號？兩分鐘註冊，免費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不用設密碼、不用信用卡；用 Google 帳號最快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最快的方法：用 Google 帳號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01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claude.ai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手機或電腦的瀏覽器都可以；掃本簡報的 QR Code 也會帶你到登入頁。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42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按「Continue with Google」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選一個你的 Google 帳號（個人 Gmail 即可），按同意。不必另外設密碼。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82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輸入手機號碼，收簡訊驗證碼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 用簡訊確認不是機器人；只做一次，之後不會再問。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86791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填名字、勾同意，完成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進到 Claude 的畫面就註冊好了。免費方案就足夠使用找文獻。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Google 帳號？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83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按「Continue with email」輸入任何信箱（醫院信箱也可以），到信箱收驗證碼填回去，其餘步驟相同。收不到信先看垃圾郵件匣。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301752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5468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82512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三個小提醒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・以後登入也是按 Google 或收信箱驗證碼，沒有密碼要記。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・同一個帳號手機、電腦都能用。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・請用自己的帳號，不要借用同事的：額度和紀錄是個人的。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　貼上問題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把你的問題貼進去，按查找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中文照貼，不必翻譯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可以是一句問題，也可以是一段病歷式的情境。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5623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確認已勾選「先請 AI 讀懂問題」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有勾才會轉成 PubMed 檢索式；沒勾就會拿原文直接查。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63347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按查找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篩選條件第一次先維持「不限」，需要再縮小範圍</a:t>
            </a:r>
            <a:r>
              <a:rPr lang="zh-TW" alt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3639312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不要貼入病人姓名、病歷號、身分證等可識別資訊。描述年齡、性別、病況即可。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11880" y="1051560"/>
            <a:ext cx="5120640" cy="2734523"/>
          </a:xfrm>
          <a:prstGeom prst="roundRect">
            <a:avLst>
              <a:gd name="adj" fmla="val 3344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1" descr="/home/claude/deck2/img/v25_q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097280"/>
            <a:ext cx="5029200" cy="264308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38144" y="124071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 txBox="1"/>
          <p:nvPr/>
        </p:nvSpPr>
        <p:spPr>
          <a:xfrm>
            <a:off x="3438144" y="124071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438144" y="309087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 txBox="1"/>
          <p:nvPr/>
        </p:nvSpPr>
        <p:spPr>
          <a:xfrm>
            <a:off x="3438144" y="30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611880" y="3264608"/>
            <a:ext cx="4471416" cy="0"/>
          </a:xfrm>
          <a:prstGeom prst="line">
            <a:avLst/>
          </a:prstGeom>
          <a:noFill/>
          <a:ln w="19050">
            <a:solidFill>
              <a:srgbClr val="9A6B14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0"/>
          <p:cNvSpPr/>
          <p:nvPr/>
        </p:nvSpPr>
        <p:spPr>
          <a:xfrm>
            <a:off x="3438144" y="309087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3438144" y="30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365760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可以這樣問：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護理：術後病人使用彈性襪預防深靜脈血栓的證據？　藥師：SGLT2 抑制劑在 eGFR 30 以下的安全性？　醫師：無症狀 CPK 升高到 400 該不該停 statin？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　等它跑完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兩個階段，大約 30–60 秒，不要重按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17043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正在把問題轉成 PubMed 檢索式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5–15 秒。AI 讀懂你的問題、歸納 PICO、挑 MeSH 詞與同義詞。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17627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正在請 Claude 透過 PubMed 連接器查詢並取得摘要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15–40 秒。真的去 PubMed 資料庫查，取回最相關的書目與摘要。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18211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查完後 AI 重點整理會自動開始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再等 15–30 秒。這段時間可以先往下看文獻清單。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1280160"/>
            <a:ext cx="4206240" cy="473529"/>
          </a:xfrm>
          <a:prstGeom prst="roundRect">
            <a:avLst>
              <a:gd name="adj" fmla="val 1931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0" descr="/home/claude/deck2/img/v25_s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114800" cy="38208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352544" y="134318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4352544" y="13431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2194560"/>
            <a:ext cx="4206240" cy="473529"/>
          </a:xfrm>
          <a:prstGeom prst="roundRect">
            <a:avLst>
              <a:gd name="adj" fmla="val 1931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1" descr="/home/claude/deck2/img/v25_st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40280"/>
            <a:ext cx="4114800" cy="382089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352544" y="225758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 txBox="1"/>
          <p:nvPr/>
        </p:nvSpPr>
        <p:spPr>
          <a:xfrm>
            <a:off x="4352544" y="2257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0" y="32004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3756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29200" y="3273552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第一次使用時，這裡會跳出「Allow access to connectors」視窗，按 Continue 即可；之後不會再問。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　看 AI 的理解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 AI 怎麼理解你的問題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送出的 PubMed 檢索式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完整可見。想改就直接編輯，按「用這個檢索式重新查找」。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94767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歸納的問題與 PICO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看它有沒有抓對重點；抓錯就改寫問題再查。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81635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建議與替代策略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「建議先看：臨床指引」一鍵縮小範圍；「換一種檢索」給更廣或更聚焦的檢索式。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216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68503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想知道 PubMed 怎麼解讀？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展開「PubMed 實際如何解讀這個檢索式」。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1051560"/>
            <a:ext cx="5120640" cy="3395294"/>
          </a:xfrm>
          <a:prstGeom prst="roundRect">
            <a:avLst>
              <a:gd name="adj" fmla="val 2693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/home/claude/deck2/img/v25_res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97280"/>
            <a:ext cx="5029200" cy="330385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438144" y="1253929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 txBox="1"/>
          <p:nvPr/>
        </p:nvSpPr>
        <p:spPr>
          <a:xfrm>
            <a:off x="3438144" y="12539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38144" y="2311163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3438144" y="23111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38144" y="376485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1"/>
          <p:cNvSpPr txBox="1"/>
          <p:nvPr/>
        </p:nvSpPr>
        <p:spPr>
          <a:xfrm>
            <a:off x="3438144" y="376485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　AI 重點整理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三段式整理，每一句都有出處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共識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多數文獻一致的發現，並標明研究類型與證據等級。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28800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分歧與限制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文獻之間不一致的地方、證據較弱或樣本小的地方、和你的情境不完全相符的地方。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57860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對這個問題的意涵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能推到的實務要點，並區分「證據直接支持」與「延伸推論」。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32841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最相關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最值得先讀的 3–5 篇。點任何一個 [編號]，會直接開啟那一篇的圖書館全文</a:t>
            </a:r>
            <a:r>
              <a:rPr lang="zh-TW" alt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（館藏範圍內）。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5196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4400" y="418795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整理只轉述查到的摘要，不是醫療建議；臨床決策前務必讀原文。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49240" y="1051560"/>
            <a:ext cx="3223260" cy="3703320"/>
          </a:xfrm>
          <a:prstGeom prst="roundRect">
            <a:avLst>
              <a:gd name="adj" fmla="val 2837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/home/claude/deck2/img/v25_sum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97280"/>
            <a:ext cx="3131820" cy="3611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75504" y="128473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 txBox="1"/>
          <p:nvPr/>
        </p:nvSpPr>
        <p:spPr>
          <a:xfrm>
            <a:off x="5175504" y="12847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175504" y="244053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5175504" y="24405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175504" y="3451860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5175504" y="34518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175504" y="4390949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 txBox="1"/>
          <p:nvPr/>
        </p:nvSpPr>
        <p:spPr>
          <a:xfrm>
            <a:off x="5175504" y="43909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　文獻清單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每一篇的標籤與按鈕怎麼看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「館藏訂閱（年份）：平台」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本院訂閱，主按鈕會直達該平台的這一篇（ClinicalKey、Ovid…）。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28800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「PMC 免費全文」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有免費版本，主按鈕直接開 PMC，不經圖書館也能看。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57860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「館藏清單未列此刊」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本院沒訂。主按鈕變成「試試圖書館」，另可按「EBSCO 全文」或「館際合作」。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32841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文獻類型標籤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回顧、隨機對照試驗、病例報告等，一眼看出證據等級。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23360"/>
            <a:ext cx="4291225" cy="676656"/>
          </a:xfrm>
          <a:prstGeom prst="roundRect">
            <a:avLst>
              <a:gd name="adj" fmla="val 13514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/home/claude/deck2/img/v25_bt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4199785" cy="58521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45994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主按鈕（依平台）　出版社網站　PubMed　EBSCO 全文　摘要　複製引用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349240" y="1051560"/>
            <a:ext cx="3346884" cy="3703320"/>
          </a:xfrm>
          <a:prstGeom prst="roundRect">
            <a:avLst>
              <a:gd name="adj" fmla="val 2732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/home/claude/deck2/img/v25_list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97280"/>
            <a:ext cx="3255444" cy="3611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75504" y="1429207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 txBox="1"/>
          <p:nvPr/>
        </p:nvSpPr>
        <p:spPr>
          <a:xfrm>
            <a:off x="5175504" y="14292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175504" y="244053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5175504" y="24405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175504" y="272948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5175504" y="2729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175504" y="352409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 txBox="1"/>
          <p:nvPr/>
        </p:nvSpPr>
        <p:spPr>
          <a:xfrm>
            <a:off x="5175504" y="35240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　開全文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按下「圖書館全文」之後會遇到的三種畫面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Open external link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40626"/>
            <a:ext cx="2377440" cy="1136469"/>
          </a:xfrm>
          <a:prstGeom prst="roundRect">
            <a:avLst>
              <a:gd name="adj" fmla="val 8046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/home/claude/deck2/img/v25_ck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6346"/>
            <a:ext cx="2286000" cy="10450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Claude 的安全確認，每次開外部連結都會問。按 Open link。網址開頭 www.scmhem.org.tw:3001 就是本院的代理。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347472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ClinicalKey 選擇機構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75851" y="1554480"/>
            <a:ext cx="1683738" cy="1508760"/>
          </a:xfrm>
          <a:prstGeom prst="roundRect">
            <a:avLst>
              <a:gd name="adj" fmla="val 6061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/home/claude/deck2/img/v25_org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71" y="1600200"/>
            <a:ext cx="1592298" cy="1417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ClinicalKey 第一次會問你屬於哪個機構。選 Show Chwan Memorial Hospital，勾「記住此機構」，按繼續。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 txBox="1"/>
          <p:nvPr/>
        </p:nvSpPr>
        <p:spPr>
          <a:xfrm>
            <a:off x="630936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HyProxy Login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1810059"/>
            <a:ext cx="2377440" cy="997602"/>
          </a:xfrm>
          <a:prstGeom prst="roundRect">
            <a:avLst>
              <a:gd name="adj" fmla="val 9166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/home/claude/deck2/img/v25_hyprox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55779"/>
            <a:ext cx="2286000" cy="9061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看到這個畫面表示這個瀏覽器還沒啟用圖書館連線。不要在這裡輸入帳密：關掉它，回頁面按「啟用圖書館連線」，再點一次。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然後你就在全文裡了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 JACC 回顧訂在 ClinicalKey，直達全文，可下載 PDF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35331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網址證明經由本院代理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「www-clinicalkey-com.www.scmhem.org.tw」代表你是以本院身分進入平台。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31343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這次點閱已登記在 ERM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開全文前頁面先經圖書館系統登記，計入個人與資源使用統計，圖書館看得到。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27355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圖示可下載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要引用時回頁面按「複製引用」，格式已排好。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4091940" cy="3611880"/>
          </a:xfrm>
          <a:prstGeom prst="roundRect">
            <a:avLst>
              <a:gd name="adj" fmla="val 2532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0" descr="/home/claude/deck2/img/v25_f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4000500" cy="35204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306824" y="1437437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4306824" y="143743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06824" y="2951226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4306824" y="29512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點進去只有摘要、沒有全文？依序試這三步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圖書館訂的是「平台」，同一個網站上有的期刊有訂、有的沒訂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EBSCO 全文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本院訂有 EBSCO 的 MEDLINE 全文，收錄範圍內的期刊可直接開這一篇（以 PMID 定位）。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出版社網站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換一條路走出版社原站（仍經代理）。有些期刊在出版社有訂、集成平台沒有。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館際合作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57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先按「複製引用」帶著書目，再按「館際合作」到 NDDS 申請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（使用者付費）。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08760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43600" y="144475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有些平台第一次會要求登入：ClinicalKey、DynaMed、AccessMedicine 需先在院內網路註冊個人帳號（只需一次），說明在 ERM 資料庫簡介。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0" y="28346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97180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943600" y="290779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「試試圖書館」按鈕代表本刊不在館藏清單，頁面仍會依出版社猜一條路試試；不行就走館際合作。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進階：想查得更精準時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不必每次都用，但知道有這些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270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引導式查詢（PICO）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892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頁面上方切到「引導式查詢」，分別填病人、介入、比較、結果，選研究問題類型（治療／診斷／預後…），頁面幫你組成加了 Clinical Queries 篩選的檢索式，並即時預覽。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270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篩選條件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864608" y="1892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年份（近 5／10 年）、文獻類型（系統性回顧、隨機試驗、指引…）、只看人類研究、只看免費全文。改了條件按「用這個檢索式重新查找」。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186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載入更多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58368" y="3584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預設載入最相關的 20 篇；清單底下按「載入更多」再拿 20 篇。AI 整理只涵蓋前 20 篇。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186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5780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複製引用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864608" y="3584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一鍵複製 Vancouver 格式，含 PMID／DOI，貼到病歷討論、報告或館際合作申請單都方便。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使用時要知道的六件事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會用到你的 Claude 額度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一次完整查詢約等於 15–25 則一般訊息；免費額度依當時負載浮動，用完等幾小時就恢復。查太多的人可在設定把整理改成 10 篇。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9184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5876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整理不是醫療建議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49300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它只轉述摘要，可能漏掉細節或誤解。臨床決策前務必讀原文。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2648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344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9340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不要貼病人可識別資訊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632764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問題內容會送到 Claude 處理。只描述年齡、性別、病況，不要姓名、病歷號、身分證。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1729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412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換裝置要重新啟用連線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65836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圖書館連線狀態跟著瀏覽器走。換手機、電腦或瀏覽器，再按一次「啟用圖書館連線」。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329184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17296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85876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請用瀏覽器，不要在 Claude App 裡開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349300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內連不到 PubMed 連接器。掃 QR Code 會自動用瀏覽器開；Mac 上 Chrome 最快，Safari 可用但會慢一些。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12648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172968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9340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非醫學問題 AI 會直接說不適合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632764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例如生活閒聊，頁面會提示改成醫學相關問題，不會浪費額度去查。</a:t>
            </a:r>
            <a:endParaRPr 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現在就試試看</a:t>
            </a:r>
            <a:r>
              <a:rPr lang="zh-TW" alt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掃描後會在瀏覽器開啟；登入免費 Claude 帳號即可使用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031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Claude</a:t>
            </a: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免費帳號即可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6700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532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按「啟用圖書館連線」</a:t>
            </a:r>
            <a:r>
              <a:rPr lang="en-US" altLang="zh-TW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登入圖書館遠端系統一次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2369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第一次查詢按</a:t>
            </a: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Continue</a:t>
            </a:r>
            <a:r>
              <a:rPr lang="en-US" altLang="zh-TW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連接 PubMed 連接器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80390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666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貼上你的問題，按查找</a:t>
            </a: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中文即可，不要貼病人資料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有問題找圖書館，或看頁面下方「這個工具怎麼運作？」的說明。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989320" y="6858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4" descr="/home/claude/deck2/img/q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822960"/>
            <a:ext cx="2468880" cy="2468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9893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7607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cheng1276.github.io/tmh-library-finder/go.html</a:t>
            </a:r>
            <a:endParaRPr lang="en-US" sz="850" dirty="0"/>
          </a:p>
        </p:txBody>
      </p:sp>
      <p:sp>
        <p:nvSpPr>
          <p:cNvPr id="21" name="Text 14"/>
          <p:cNvSpPr txBox="1"/>
          <p:nvPr/>
        </p:nvSpPr>
        <p:spPr>
          <a:xfrm>
            <a:off x="59893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台南市立醫院圖書館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如螢幕大小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找文獻：全院同仁介紹與操作教學</dc:title>
  <dc:subject>PptxGenJS Presentation</dc:subject>
  <dc:creator>PptxGenJS</dc:creator>
  <cp:lastModifiedBy>Cheng Jeff</cp:lastModifiedBy>
  <cp:revision>2</cp:revision>
  <dcterms:created xsi:type="dcterms:W3CDTF">2026-09-13T01:31:33Z</dcterms:created>
  <dcterms:modified xsi:type="dcterms:W3CDTF">2026-09-16T05:02:05Z</dcterms:modified>
</cp:coreProperties>
</file>