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B2AF0-64EB-3149-8567-65A5FF16B671}" type="datetimeFigureOut">
              <a:rPr lang="en-US" altLang="zh-TW" smtClean="0"/>
              <a:t>9/16/26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8F3051-0D6B-EE47-8CAD-780A8138F4D5}" type="slidenum">
              <a:rPr lang="en-US" altLang="zh-TW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8517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4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台南市立醫院圖書館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用中文問，找到有出處的文獻，直接開全文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全院同仁介紹與操作教學　三分鐘上手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醫師、護理、藥師、醫技、行政同仁皆適用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97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圖書館主任　鄭傑夫 醫師　2026 年 9 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411480"/>
            <a:ext cx="2743200" cy="4021727"/>
          </a:xfrm>
          <a:prstGeom prst="roundRect">
            <a:avLst>
              <a:gd name="adj" fmla="val 3333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9" name="Image 0" descr="/home/claude/deck2/img/v25_lan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57200"/>
            <a:ext cx="2651760" cy="39302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它能幫你做什麼？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使用中文自然語言在 PubMed 資料庫搜尋並可院外直連圖書館電子資源全文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190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86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用中文提問，甚至貼一段情境也可以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9260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「82 歲女性髖部骨折術後第二天譫妄，有沒有非藥物的預防做法？」這樣問就可以。AI 會歸納成 PICO，轉成 PubMed 檢索式，檢索式完整可見、可修改。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32588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7"/>
          <p:cNvSpPr/>
          <p:nvPr/>
        </p:nvSpPr>
        <p:spPr>
          <a:xfrm>
            <a:off x="3566160" y="1572768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17190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286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真實文獻，AI 整理每句有出處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9260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每一筆都附 PMID／DOI。AI 重點整理分成共識、分歧與限制、對這個問題的意涵三段，每句標注 [編號]，可逐句核對。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32588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1"/>
          <p:cNvSpPr/>
          <p:nvPr/>
        </p:nvSpPr>
        <p:spPr>
          <a:xfrm>
            <a:off x="6400800" y="1572768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171907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22860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一鍵開圖書館全文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29260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頁面內建館藏清單（7,047 種期刊），可直接開啟電子資源全文；免費 PMC 版本也會標出。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使用前準備（每個人只做一次，約三分鐘）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548640"/>
          </a:xfrm>
          <a:prstGeom prst="ellipse">
            <a:avLst/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188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用瀏覽器掃 QR Code 或開網址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1790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Safari、Chrome</a:t>
            </a:r>
            <a:r>
              <a:rPr lang="zh-TW" alt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altLang="zh-TW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Edge </a:t>
            </a:r>
            <a:r>
              <a:rPr 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都可以。掃描後會自動在瀏覽器開啟；請不要在 Claude 手機 App 裡開。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548640" cy="548640"/>
          </a:xfrm>
          <a:prstGeom prst="ellipse">
            <a:avLst/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402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057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登入 Claude 帳號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38658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開網址時會要求登入；沒有帳號可順手註冊，免費方案即可使用</a:t>
            </a:r>
            <a:r>
              <a:rPr lang="zh-TW" alt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1089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926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</a:t>
            </a:r>
            <a:r>
              <a:rPr lang="en-US" altLang="zh-TW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按「啟用圖書館連線」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25526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TW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頁面</a:t>
            </a:r>
            <a:r>
              <a:rPr lang="zh-TW" alt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</a:t>
            </a:r>
            <a:r>
              <a:rPr lang="en-US" altLang="zh-TW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按一次，登入圖書館遠端系統（帳號：員工證卡號；密碼：@＋身分證前七碼）。換手機、電腦或瀏覽器時再按一次</a:t>
            </a:r>
            <a:r>
              <a:rPr lang="zh-TW" alt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776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794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　</a:t>
            </a:r>
            <a:r>
              <a:rPr lang="en-US" altLang="zh-TW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第一次查詢時按「Continue」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12394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TW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會跳出視窗問要不要連接 PubMed 連接器，按「Continue」即可，不需要帳號密碼。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989320" y="1143000"/>
            <a:ext cx="2317805" cy="2834640"/>
          </a:xfrm>
          <a:prstGeom prst="roundRect">
            <a:avLst>
              <a:gd name="adj" fmla="val 394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4" descr="/home/claude/deck2/img/v25_erm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1188720"/>
            <a:ext cx="2226365" cy="2743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035040" y="4023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圖書館遠端系統的登入頁：帳密只在這裡輸入，本頁不經手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還沒有 Claude 帳號？兩分鐘註冊，免費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不用設密碼、不用信用卡；用 Google 帳號最快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4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最快的方法：用 Google 帳號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47672"/>
            <a:ext cx="365760" cy="365760"/>
          </a:xfrm>
          <a:prstGeom prst="ellipse">
            <a:avLst/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019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claude.ai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手機或電腦的瀏覽器都可以；掃本簡報的 QR Code 也會帶你到登入頁。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587752"/>
            <a:ext cx="365760" cy="365760"/>
          </a:xfrm>
          <a:prstGeom prst="ellipse">
            <a:avLst/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73152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420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按「Continue with Google」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選一個你的 Google 帳號（個人 Gmail 即可），按同意。不必另外設密碼。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27832"/>
            <a:ext cx="365760" cy="365760"/>
          </a:xfrm>
          <a:prstGeom prst="ellipse">
            <a:avLst/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73152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821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輸入手機號碼，收簡訊驗證碼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Anthropic 用簡訊確認不是機器人；只做一次，之後不會再問。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867912"/>
            <a:ext cx="365760" cy="365760"/>
          </a:xfrm>
          <a:prstGeom prst="ellipse">
            <a:avLst/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221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填名字、勾同意，完成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進到 Claude 的畫面就註冊好了。免費方案就足夠使用找文獻。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1325880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6035040" y="14447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 Google 帳號？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178308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按「Continue with email」輸入任何信箱（醫院信箱也可以），到信箱收驗證碼填回去，其餘步驟相同。收不到信先看垃圾郵件匣。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52160" y="3017520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F7EEDC"/>
          </a:solidFill>
          <a:ln w="12700">
            <a:solidFill>
              <a:srgbClr val="F7EE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154680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382512" y="31272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三個小提醒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347472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・以後登入也是按 Google 或收信箱驗證碼，沒有密碼要記。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・同一個帳號手機、電腦都能用。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・請用自己的帳號，不要借用同事的：額度和紀錄是個人的。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1　貼上問題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320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把你的問題貼進去，按查找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078992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中文照貼，不必翻譯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可以是一句問題，也可以是一段病歷式的情境。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1856232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確認已勾選「先請 AI 讀懂問題」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有勾才會轉成 PubMed 檢索式；沒勾就會拿原文直接查。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2633472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按查找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篩選條件第一次先維持「不限」，需要再縮小範圍</a:t>
            </a:r>
            <a:r>
              <a:rPr lang="zh-TW" alt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F7EEDC"/>
          </a:solidFill>
          <a:ln w="12700">
            <a:solidFill>
              <a:srgbClr val="F7EE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03320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4400" y="3639312"/>
            <a:ext cx="24505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不要貼入病人姓名、病歷號、身分證等可識別資訊。描述年齡、性別、病況即可。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11880" y="1051560"/>
            <a:ext cx="5120640" cy="2734523"/>
          </a:xfrm>
          <a:prstGeom prst="roundRect">
            <a:avLst>
              <a:gd name="adj" fmla="val 3344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1" descr="/home/claude/deck2/img/v25_q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097280"/>
            <a:ext cx="5029200" cy="264308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438144" y="1240714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 txBox="1"/>
          <p:nvPr/>
        </p:nvSpPr>
        <p:spPr>
          <a:xfrm>
            <a:off x="3438144" y="124071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438144" y="3090872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8"/>
          <p:cNvSpPr txBox="1"/>
          <p:nvPr/>
        </p:nvSpPr>
        <p:spPr>
          <a:xfrm>
            <a:off x="3438144" y="30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3611880" y="3264608"/>
            <a:ext cx="4471416" cy="0"/>
          </a:xfrm>
          <a:prstGeom prst="line">
            <a:avLst/>
          </a:prstGeom>
          <a:noFill/>
          <a:ln w="19050">
            <a:solidFill>
              <a:srgbClr val="9A6B14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0"/>
          <p:cNvSpPr/>
          <p:nvPr/>
        </p:nvSpPr>
        <p:spPr>
          <a:xfrm>
            <a:off x="3438144" y="3090872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 txBox="1"/>
          <p:nvPr/>
        </p:nvSpPr>
        <p:spPr>
          <a:xfrm>
            <a:off x="3438144" y="30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3657600" y="3931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可以這樣問：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護理：術後病人使用彈性襪預防深靜脈血栓的證據？　藥師：SGLT2 抑制劑在 eGFR 30 以下的安全性？　醫師：無症狀 CPK 升高到 400 該不該停 statin？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2　等它跑完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320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兩個階段，大約 30–60 秒，不要重按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170432"/>
            <a:ext cx="3419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正在把問題轉成 PubMed 檢索式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5–15 秒。AI 讀懂你的問題、歸納 PICO、挑 MeSH 詞與同義詞。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176272"/>
            <a:ext cx="3419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正在請 Claude 透過 PubMed 連接器查詢並取得摘要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15–40 秒。真的去 PubMed 資料庫查，取回最相關的書目與摘要。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1868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3182112"/>
            <a:ext cx="3419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查完後 AI 重點整理會自動開始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再等 15–30 秒。這段時間可以先往下看文獻清單。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26280" y="1280160"/>
            <a:ext cx="4206240" cy="473529"/>
          </a:xfrm>
          <a:prstGeom prst="roundRect">
            <a:avLst>
              <a:gd name="adj" fmla="val 19310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5" name="Image 0" descr="/home/claude/deck2/img/v25_st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25880"/>
            <a:ext cx="4114800" cy="382089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352544" y="1343188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 txBox="1"/>
          <p:nvPr/>
        </p:nvSpPr>
        <p:spPr>
          <a:xfrm>
            <a:off x="4352544" y="13431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26280" y="2194560"/>
            <a:ext cx="4206240" cy="473529"/>
          </a:xfrm>
          <a:prstGeom prst="roundRect">
            <a:avLst>
              <a:gd name="adj" fmla="val 19310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9" name="Image 1" descr="/home/claude/deck2/img/v25_st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40280"/>
            <a:ext cx="4114800" cy="382089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352544" y="2257588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7"/>
          <p:cNvSpPr txBox="1"/>
          <p:nvPr/>
        </p:nvSpPr>
        <p:spPr>
          <a:xfrm>
            <a:off x="4352544" y="22575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0" y="320040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337560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029200" y="3273552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第一次使用時，這裡會跳出「Allow access to connectors」視窗，按 Continue 即可；之後不會再問。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3　看 AI 的理解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320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 AI 怎麼理解你的問題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078992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送出的 PubMed 檢索式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完整可見。想改就直接編輯，按「用這個檢索式重新查找」。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1947672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歸納的問題與 PICO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看它有沒有抓對重點；抓錯就改寫問題再查。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5292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2816352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建議與替代策略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「建議先看：臨床指引」一鍵縮小範圍；「換一種檢索」給更廣或更聚焦的檢索式。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2160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45720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3685032"/>
            <a:ext cx="2596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想知道 PubMed 怎麼解讀？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展開「PubMed 實際如何解讀這個檢索式」。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11880" y="1051560"/>
            <a:ext cx="5120640" cy="3395294"/>
          </a:xfrm>
          <a:prstGeom prst="roundRect">
            <a:avLst>
              <a:gd name="adj" fmla="val 2693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0" descr="/home/claude/deck2/img/v25_res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097280"/>
            <a:ext cx="5029200" cy="330385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3438144" y="1253929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7"/>
          <p:cNvSpPr txBox="1"/>
          <p:nvPr/>
        </p:nvSpPr>
        <p:spPr>
          <a:xfrm>
            <a:off x="3438144" y="125392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438144" y="2311163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9"/>
          <p:cNvSpPr txBox="1"/>
          <p:nvPr/>
        </p:nvSpPr>
        <p:spPr>
          <a:xfrm>
            <a:off x="3438144" y="231116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438144" y="3764858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1"/>
          <p:cNvSpPr txBox="1"/>
          <p:nvPr/>
        </p:nvSpPr>
        <p:spPr>
          <a:xfrm>
            <a:off x="3438144" y="376485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4　AI 重點整理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320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三段式整理，每一句都有出處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078992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共識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多數文獻一致的發現，並標明研究類型與證據等級。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1828800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分歧與限制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文獻之間不一致的地方、證據較弱或樣本小的地方、和你的情境不完全相符的地方。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2578608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對這個問題的意涵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能推到的實務要點，並區分「證據直接支持」與「延伸推論」。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4572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3328416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最相關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最值得先讀的 3–5 篇。點任何一個 [編號]，會直接開啟那一篇的圖書館全文</a:t>
            </a:r>
            <a:r>
              <a:rPr lang="zh-TW" alt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（館藏範圍內）。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7EEDC"/>
          </a:solidFill>
          <a:ln w="12700">
            <a:solidFill>
              <a:srgbClr val="F7EE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51960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14400" y="418795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整理只轉述查到的摘要，不是醫療建議；臨床決策前務必讀原文。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49240" y="1051560"/>
            <a:ext cx="3223260" cy="3703320"/>
          </a:xfrm>
          <a:prstGeom prst="roundRect">
            <a:avLst>
              <a:gd name="adj" fmla="val 2837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1" descr="/home/claude/deck2/img/v25_sum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097280"/>
            <a:ext cx="3131820" cy="36118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175504" y="1284732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9"/>
          <p:cNvSpPr txBox="1"/>
          <p:nvPr/>
        </p:nvSpPr>
        <p:spPr>
          <a:xfrm>
            <a:off x="5175504" y="12847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175504" y="2440534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 txBox="1"/>
          <p:nvPr/>
        </p:nvSpPr>
        <p:spPr>
          <a:xfrm>
            <a:off x="5175504" y="244053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175504" y="3451860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3"/>
          <p:cNvSpPr txBox="1"/>
          <p:nvPr/>
        </p:nvSpPr>
        <p:spPr>
          <a:xfrm>
            <a:off x="5175504" y="34518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175504" y="4390949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 txBox="1"/>
          <p:nvPr/>
        </p:nvSpPr>
        <p:spPr>
          <a:xfrm>
            <a:off x="5175504" y="439094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5　文獻清單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320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每一篇的標籤與按鈕怎麼看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115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1078992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「館藏訂閱（年份）：平台」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本院訂閱，主按鈕會直達該平台的這一篇（ClinicalKey、Ovid…）。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57200" y="1865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1828800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「PMC 免費全文」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有免費版本，主按鈕直接開 PMC，不經圖書館也能看。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45720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2578608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「館藏清單未列此刊」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本院沒訂。主按鈕變成「試試圖書館」，另可按「EBSCO 全文」或「館際合作」。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4572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" y="3328416"/>
            <a:ext cx="4151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文獻類型標籤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回顧、隨機對照試驗、病例報告等，一眼看出證據等級。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023360"/>
            <a:ext cx="4291225" cy="676656"/>
          </a:xfrm>
          <a:prstGeom prst="roundRect">
            <a:avLst>
              <a:gd name="adj" fmla="val 13514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0" descr="/home/claude/deck2/img/v25_bt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69080"/>
            <a:ext cx="4199785" cy="58521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457200" y="45994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主按鈕（依平台）　出版社網站　PubMed　EBSCO 全文　摘要　複製引用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349240" y="1051560"/>
            <a:ext cx="3346884" cy="3703320"/>
          </a:xfrm>
          <a:prstGeom prst="roundRect">
            <a:avLst>
              <a:gd name="adj" fmla="val 2732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1" name="Image 1" descr="/home/claude/deck2/img/v25_list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097280"/>
            <a:ext cx="3255444" cy="36118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175504" y="1429207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9"/>
          <p:cNvSpPr txBox="1"/>
          <p:nvPr/>
        </p:nvSpPr>
        <p:spPr>
          <a:xfrm>
            <a:off x="5175504" y="142920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175504" y="2440534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1"/>
          <p:cNvSpPr txBox="1"/>
          <p:nvPr/>
        </p:nvSpPr>
        <p:spPr>
          <a:xfrm>
            <a:off x="5175504" y="244053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175504" y="2729484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3"/>
          <p:cNvSpPr txBox="1"/>
          <p:nvPr/>
        </p:nvSpPr>
        <p:spPr>
          <a:xfrm>
            <a:off x="5175504" y="27294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175504" y="3524098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5"/>
          <p:cNvSpPr txBox="1"/>
          <p:nvPr/>
        </p:nvSpPr>
        <p:spPr>
          <a:xfrm>
            <a:off x="5175504" y="352409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14A3E"/>
          </a:solidFill>
          <a:ln w="12700">
            <a:solidFill>
              <a:srgbClr val="114A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 6　開全文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320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按下「圖書館全文」之後會遇到的三種畫面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　Open external link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740626"/>
            <a:ext cx="2377440" cy="1136469"/>
          </a:xfrm>
          <a:prstGeom prst="roundRect">
            <a:avLst>
              <a:gd name="adj" fmla="val 8046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/home/claude/deck2/img/v25_ck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6346"/>
            <a:ext cx="2286000" cy="104502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154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 Claude 的安全確認，每次開外部連結都會問。按 Open link。網址開頭 www.scmhem.org.tw:3001 就是本院的代理。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09728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 txBox="1"/>
          <p:nvPr/>
        </p:nvSpPr>
        <p:spPr>
          <a:xfrm>
            <a:off x="347472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　ClinicalKey 選擇機構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775851" y="1554480"/>
            <a:ext cx="1683738" cy="1508760"/>
          </a:xfrm>
          <a:prstGeom prst="roundRect">
            <a:avLst>
              <a:gd name="adj" fmla="val 6061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/home/claude/deck2/img/v25_org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571" y="1600200"/>
            <a:ext cx="1592298" cy="1417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3154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ClinicalKey 第一次會問你屬於哪個機構。選 Show Chwan Memorial Hospital，勾「記住此機構」，按繼續。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651760" cy="352044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2"/>
          <p:cNvSpPr txBox="1"/>
          <p:nvPr/>
        </p:nvSpPr>
        <p:spPr>
          <a:xfrm>
            <a:off x="630936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　HyProxy Login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63640" y="1810059"/>
            <a:ext cx="2377440" cy="997602"/>
          </a:xfrm>
          <a:prstGeom prst="roundRect">
            <a:avLst>
              <a:gd name="adj" fmla="val 9166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2" descr="/home/claude/deck2/img/v25_hyprox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855779"/>
            <a:ext cx="2286000" cy="9061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09360" y="3154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看到這個畫面表示這個瀏覽器還沒啟用圖書館連線。不要在這裡輸入帳密：關掉它，回頁面按「啟用圖書館連線」，再點一次。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然後你就在全文裡了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這篇 JACC 回顧訂在 ClinicalKey，直達全文，可下載 PDF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1353312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網址證明經由本院代理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「www-clinicalkey-com.www.scmhem.org.tw」代表你是以本院身分進入平台。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35000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4572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313432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這次點閱已登記在 ERM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開全文前頁面先經圖書館系統登記，計入個人與資源使用統計，圖書館看得到。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310128"/>
            <a:ext cx="310896" cy="310896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45720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3273552"/>
            <a:ext cx="3145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圖示可下載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要引用時回頁面按「複製引用」，格式已排好。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0" y="1143000"/>
            <a:ext cx="4091940" cy="3611880"/>
          </a:xfrm>
          <a:prstGeom prst="roundRect">
            <a:avLst>
              <a:gd name="adj" fmla="val 2532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0" descr="/home/claude/deck2/img/v25_ft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188720"/>
            <a:ext cx="4000500" cy="35204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306824" y="1437437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3"/>
          <p:cNvSpPr txBox="1"/>
          <p:nvPr/>
        </p:nvSpPr>
        <p:spPr>
          <a:xfrm>
            <a:off x="4306824" y="143743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06824" y="2951226"/>
            <a:ext cx="347472" cy="347472"/>
          </a:xfrm>
          <a:prstGeom prst="ellipse">
            <a:avLst/>
          </a:prstGeom>
          <a:solidFill>
            <a:srgbClr val="9A6B14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 txBox="1"/>
          <p:nvPr/>
        </p:nvSpPr>
        <p:spPr>
          <a:xfrm>
            <a:off x="4306824" y="295122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點進去只有摘要、沒有全文？依序試這三步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圖書館訂的是「平台」，同一個網站上有的期刊有訂、有的沒訂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EBSCO 全文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37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本院訂有 EBSCO 的 MEDLINE 全文，收錄範圍內的期刊可直接開這一篇（以 PMID 定位）。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出版社網站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97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換一條路走出版社原站（仍經代理）。有些期刊在出版社有訂、集成平台沒有。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9A6B14"/>
          </a:solidFill>
          <a:ln w="12700">
            <a:solidFill>
              <a:srgbClr val="9A6B1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館際合作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657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先按「複製引用」帶著書目，再按「館際合作」到 NDDS 申請</a:t>
            </a:r>
            <a:r>
              <a:rPr lang="zh-TW" altLang="en-US" sz="11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（使用者付費）。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37160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E4F0EC"/>
          </a:solidFill>
          <a:ln w="12700">
            <a:solidFill>
              <a:srgbClr val="E4F0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08760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943600" y="1444752"/>
            <a:ext cx="2633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有些平台第一次會要求登入：ClinicalKey、DynaMed、AccessMedicine 需先在院內網路註冊個人帳號（只需一次），說明在 ERM 資料庫簡介。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0" y="28346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F7EEDC"/>
          </a:solidFill>
          <a:ln w="12700">
            <a:solidFill>
              <a:srgbClr val="F7EE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971800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943600" y="2907792"/>
            <a:ext cx="26334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「試試圖書館」按鈕代表本刊不在館藏清單，頁面仍會依出版社猜一條路試試；不行就走館際合作。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進階：想查得更精準時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不必每次都用，但知道有這些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27048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引導式查詢（PICO）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8928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頁面上方切到「引導式查詢」，分別填病人、介入、比較、結果，選研究問題類型（治療／診斷／預後…），頁面幫你組成加了 Clinical Queries 篩選的檢索式，並即時預覽。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13258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52704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5780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篩選條件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4864608" y="189280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年份（近 5／10 年）、文獻類型（系統性回顧、隨機試驗、指引…）、只看人類研究、只看免費全文。改了條件按「用這個檢索式重新查找」。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1868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3172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載入更多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658368" y="35844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預設載入最相關的 20 篇；清單底下按「載入更多」再拿 20 篇。AI 整理只涵蓋前 20 篇。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21868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257800" y="3172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複製引用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4864608" y="35844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一鍵複製 Vancouver 格式，含 PMID／DOI，貼到病歷討論、報告或館際合作申請單都方便。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使用時要知道的六件事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4416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會用到你的 Claude 額度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8562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一次完整查詢約等於 15–25 則一般訊息；免費額度依當時負載浮動，用完等幾小時就恢復。查太多的人可在設定把整理改成 10 篇。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91840" y="11430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34416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858768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整理不是醫療建議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3493008" y="18562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它只轉述摘要，可能漏掉細節或誤解。臨床決策前務必讀原文。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126480" y="11430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34416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93408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不要貼病人可識別資訊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6327648" y="18562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問題內容會送到 Claude 處理。只描述年齡、性別、病況，不要姓名、病歷號、身分證。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57200" y="2971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17296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24128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換裝置要重新啟用連線</a:t>
            </a:r>
            <a:endParaRPr lang="en-US" sz="1150" dirty="0"/>
          </a:p>
        </p:txBody>
      </p:sp>
      <p:sp>
        <p:nvSpPr>
          <p:cNvPr id="18" name="Text 12"/>
          <p:cNvSpPr txBox="1"/>
          <p:nvPr/>
        </p:nvSpPr>
        <p:spPr>
          <a:xfrm>
            <a:off x="658368" y="36850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圖書館連線狀態跟著瀏覽器走。換手機、電腦或瀏覽器，再按一次「啟用圖書館連線」。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3291840" y="2971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172968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858768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請用瀏覽器，不要在 Claude App 裡開</a:t>
            </a:r>
            <a:endParaRPr lang="en-US" sz="1150" dirty="0"/>
          </a:p>
        </p:txBody>
      </p:sp>
      <p:sp>
        <p:nvSpPr>
          <p:cNvPr id="22" name="Text 15"/>
          <p:cNvSpPr txBox="1"/>
          <p:nvPr/>
        </p:nvSpPr>
        <p:spPr>
          <a:xfrm>
            <a:off x="3493008" y="36850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內連不到 PubMed 連接器。掃 QR Code 會自動用瀏覽器開；Mac 上 Chrome 最快，Safari 可用但會慢一些。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6126480" y="2971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3F5F4"/>
          </a:solidFill>
          <a:ln w="12700">
            <a:solidFill>
              <a:srgbClr val="D5DFD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172968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693408" y="31089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62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非醫學問題 AI 會直接說不適合</a:t>
            </a:r>
            <a:endParaRPr lang="en-US" sz="1150" dirty="0"/>
          </a:p>
        </p:txBody>
      </p:sp>
      <p:sp>
        <p:nvSpPr>
          <p:cNvPr id="26" name="Text 18"/>
          <p:cNvSpPr txBox="1"/>
          <p:nvPr/>
        </p:nvSpPr>
        <p:spPr>
          <a:xfrm>
            <a:off x="6327648" y="36850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例如生活閒聊，頁面會提示改成醫學相關問題，不會浪費額度去查。</a:t>
            </a:r>
            <a:endParaRPr lang="en-US" sz="950" dirty="0"/>
          </a:p>
        </p:txBody>
      </p:sp>
      <p:sp>
        <p:nvSpPr>
          <p:cNvPr id="27" name="Text 1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A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　全院介紹與操作教學　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4A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現在就試試看</a:t>
            </a:r>
            <a:r>
              <a:rPr lang="zh-TW" alt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掃描後會在瀏覽器開啟；登入免費 Claude 帳號即可使用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02082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103120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965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Claude</a:t>
            </a:r>
            <a:r>
              <a:rPr lang="en-US" sz="13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免費帳號即可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5877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670048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5328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按「啟用圖書館連線」</a:t>
            </a:r>
            <a:r>
              <a:rPr lang="en-US" altLang="zh-TW" sz="13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登入圖書館遠端系統一次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236976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0998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第一次查詢按</a:t>
            </a:r>
            <a:r>
              <a:rPr lang="zh-TW" alt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Continue</a:t>
            </a:r>
            <a:r>
              <a:rPr lang="en-US" altLang="zh-TW" sz="13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連接 PubMed 連接器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37216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3803904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36667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貼上你的問題，按查找</a:t>
            </a:r>
            <a:r>
              <a:rPr lang="en-US" sz="13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中文即可，不要貼病人資料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4343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有問題找圖書館，或看頁面下方「這個工具怎麼運作？」的說明。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989320" y="6858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4" descr="/home/claude/deck2/img/qr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822960"/>
            <a:ext cx="2468880" cy="24688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98932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找文獻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76072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F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cheng1276.github.io/tmh-library-finder/go.html</a:t>
            </a:r>
            <a:endParaRPr lang="en-US" sz="850" dirty="0"/>
          </a:p>
        </p:txBody>
      </p:sp>
      <p:sp>
        <p:nvSpPr>
          <p:cNvPr id="21" name="Text 14"/>
          <p:cNvSpPr txBox="1"/>
          <p:nvPr/>
        </p:nvSpPr>
        <p:spPr>
          <a:xfrm>
            <a:off x="598932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8C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台南市立醫院圖書館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如螢幕大小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找文獻：全院同仁介紹與操作教學</dc:title>
  <dc:subject>PptxGenJS Presentation</dc:subject>
  <dc:creator>PptxGenJS</dc:creator>
  <cp:lastModifiedBy>Cheng Jeff</cp:lastModifiedBy>
  <cp:revision>3</cp:revision>
  <dcterms:created xsi:type="dcterms:W3CDTF">2026-09-13T01:31:33Z</dcterms:created>
  <dcterms:modified xsi:type="dcterms:W3CDTF">2026-09-16T05:20:20Z</dcterms:modified>
</cp:coreProperties>
</file>